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verage"/>
      <p:regular r:id="rId12"/>
    </p:embeddedFon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swald-regular.fntdata"/><Relationship Id="rId12" Type="http://schemas.openxmlformats.org/officeDocument/2006/relationships/font" Target="fonts/Averag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85b8b8b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85b8b8b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5b8b8bd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85b8b8bd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85b8b8bd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85b8b8bd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5b8b8bd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5b8b8bd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5b8b8bd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85b8b8bd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эффективности каналов привлечения для онлайн-школы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494375" y="-349950"/>
            <a:ext cx="2160300" cy="2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3865650"/>
            <a:ext cx="8520600" cy="8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lang="ru" sz="1455"/>
              <a:t>На дашборде представлены основные показатели привлечения пользователей и лидов. Количество посетителей показывает динамику визитов на сайт по дням. Видно, что после 12 июня количество посещений значительно увеличилось. Двумя основными источниками являются вк и яндекс</a:t>
            </a:r>
            <a:endParaRPr sz="1455"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0" cy="342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4138075"/>
            <a:ext cx="8520600" cy="9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ru" sz="1400"/>
              <a:t>Конверсия из клика в лид резко снижается в начале периода, после чего стабилизируется на низком уровне. Конверсия из лида в оплату распределена между датами относительно равномерно, без ярко выраженного лидирующего дня. В целом заметно значительное снижение конверсии на первом этапе воронки. </a:t>
            </a:r>
            <a:endParaRPr sz="1400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75" y="445025"/>
            <a:ext cx="8587849" cy="35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9419175" y="1629825"/>
            <a:ext cx="88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25" y="3510175"/>
            <a:ext cx="8520600" cy="14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ru" sz="1460"/>
              <a:t>Расходы на VK в начале периода находятся на высоком уровне, затем после 12 июня резко снижаются и дальше остаются значительно ниже. Расходы на Яндекс до 12 июня постепенно растут, после чего происходит резкий скачок, и далее расходы сохраняются на более высоком уровне с небольшими колебаниями. Окупаемость каналов различается: Яндекс показывает более высокий показатель, около 0,65, тогда как VK около 0,25–0,35. В целом Яндекс является более эффективным каналом, но оба канала имеют ROI ниже точки окупаемости. </a:t>
            </a:r>
            <a:endParaRPr sz="1460"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987" y="445025"/>
            <a:ext cx="7944075" cy="30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13" y="3034550"/>
            <a:ext cx="8520600" cy="18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Таблица показывает основные показатели по рекламным каналам и кампаниям за выбранный период. Для каждого источника представлены количество посетителей, лидов и покупок, рекламные расходы и выручка. Дополнительно рассчитаны показатели эффективности: CPU, CPL, CPPU и ROI. В таблице можно детализировать данные по UTM source → medium → campaign, чтобы сравнивать эффективность отдельных каналов и рекламных кампаний. На представленном фрагменте видно, что по выбранным строкам лиды и покупки отсутствуют, поэтому CPL и CPPU не рассчитываются, а ROI составляет −100%. </a:t>
            </a:r>
            <a:endParaRPr sz="1600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88" y="445025"/>
            <a:ext cx="8752425" cy="23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Ссылка на дашборд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https://datalens.ru/a7yk8rtxzcnmt-onlayn-shkola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